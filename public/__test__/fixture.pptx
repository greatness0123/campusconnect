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/>
    <a:lvl1pPr marL="0" algn="l">
      <a:defRPr sz="1800"/>
    </a:lvl1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Object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274638"/>
            <a:ext cx="10515600" cy="1371600"/>
          </a:xfrm>
          <a:prstGeom prst="rect">
            <a:avLst/>
          </a:prstGeom>
        </p:spPr>
        <p:txBody>
          <a:bodyPr/>
          <a:lstStyle/>
          <a:p>
            <a:r>
              <a:rPr lang="en-US" sz="4400" b="1">
                <a:solidFill>
                  <a:srgbClr val="FF0000"/>
                </a:solidFill>
              </a:rPr>
              <a:t>Campus Prints slide one</a:t>
            </a:r>
          </a:p>
        </p:txBody>
      </p:sp>
    </p:spTree>
  </p:cSld>
  <p:clrMapOvr>
    <a:masterClrMapping/>
  </p:clrMapOvr>
</p:sld>
</file>

<file path=ppt/slide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274638"/>
            <a:ext cx="10515600" cy="1371600"/>
          </a:xfrm>
          <a:prstGeom prst="rect">
            <a:avLst/>
          </a:prstGeom>
        </p:spPr>
        <p:txBody>
          <a:bodyPr/>
          <a:lstStyle/>
          <a:p>
            <a:r>
              <a:rPr lang="en-US" sz="4400" b="1">
                <a:solidFill>
                  <a:srgbClr val="000000"/>
                </a:solidFill>
              </a:rPr>
              <a:t>Campus Prints slide two</a:t>
            </a:r>
          </a:p>
        </p:txBody>
      </p:sp>
    </p:spTree>
  </p:cSld>
  <p:clrMapOvr>
    <a:masterClrMapping/>
  </p:clrMapOvr>
</p:sld>
</file>

<file path=ppt/slide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