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/>
    <a:lvl1pPr marL="0" algn="l">
      <a:defRPr sz="1800"/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Object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274638"/>
            <a:ext cx="10515600" cy="13716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0000"/>
                </a:solidFill>
              </a:rPr>
              <a:t>Campus Prints slide one</a:t>
            </a:r>
          </a:p>
        </p:txBody>
      </p:sp>
    </p:spTree>
  </p:cSld>
  <p:clrMapOvr>
    <a:masterClrMapping/>
  </p:clrMapOvr>
</p:sld>
</file>

<file path=ppt/slide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274638"/>
            <a:ext cx="10515600" cy="13716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000000"/>
                </a:solidFill>
              </a:rPr>
              <a:t>Campus Prints slide two</a:t>
            </a:r>
          </a:p>
        </p:txBody>
      </p:sp>
    </p:spTree>
  </p:cSld>
  <p:clrMapOvr>
    <a:masterClrMapping/>
  </p:clrMapOvr>
</p:sld>
</file>

<file path=ppt/slide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